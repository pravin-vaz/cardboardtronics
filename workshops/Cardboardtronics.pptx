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793" r:id="rId2"/>
  </p:sldMasterIdLst>
  <p:notesMasterIdLst>
    <p:notesMasterId r:id="rId9"/>
  </p:notesMasterIdLst>
  <p:sldIdLst>
    <p:sldId id="256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704881-B11A-4E45-A8F6-181F3A4E7FFA}" type="datetimeFigureOut">
              <a:rPr lang="en-US" smtClean="0"/>
              <a:t>10/20/2024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8F5CB0-CFAF-4C6D-8784-FD8464DEF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4844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EADD9-6778-C832-E815-F64AF43D95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640A35-6F9A-24C2-A0E5-350FBBA805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30BB90-3005-A447-29B1-CC68CE957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C171B-D88E-4659-A8D1-2F73D757EFEA}" type="datetimeFigureOut">
              <a:rPr lang="en-US" smtClean="0"/>
              <a:t>10/20/2024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EEB47D-CF52-BD39-562F-B8D94A0C4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53628D-068D-E51B-05BD-1FA3A60D3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DE1F5-0CD5-4F3D-9F38-6FA867AA6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0168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5D119-1C08-29EC-F887-474C2E6EA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EA9B0A-B886-405E-148B-5B93E82A6B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C9D1E9-52DF-CE6F-D13C-29EC6CBAD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C171B-D88E-4659-A8D1-2F73D757EFEA}" type="datetimeFigureOut">
              <a:rPr lang="en-US" smtClean="0"/>
              <a:t>10/20/2024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2090BE-4347-B7E5-39AA-02C5C68D6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9497CA-C7EC-99E9-7629-88B3DECE4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DE1F5-0CD5-4F3D-9F38-6FA867AA6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7647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991ED-5C68-E150-58FD-48C511722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668DD4-9D21-0708-8FD7-903E50BB77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FF108-DA39-B454-E1C5-EB52D1EAC0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C171B-D88E-4659-A8D1-2F73D757EFEA}" type="datetimeFigureOut">
              <a:rPr lang="en-US" smtClean="0"/>
              <a:t>10/20/2024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AE91DE-553B-C34F-31EF-15CCA3F14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E9128C-CD95-D33A-99B3-281C4EFED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DE1F5-0CD5-4F3D-9F38-6FA867AA6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9006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ADA71-EBC3-B461-B73C-F426F8D06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6CD23C-336F-CE0B-E848-58F7FA80F4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B2B216-B217-79A8-7984-A54873949D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C85FA3-2794-4305-7A2D-C195F2283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C171B-D88E-4659-A8D1-2F73D757EFEA}" type="datetimeFigureOut">
              <a:rPr lang="en-US" smtClean="0"/>
              <a:t>10/20/2024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C66052-9E6B-9AC0-447F-9171C023F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3B2B21-1172-7632-CBD8-113B72EF6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DE1F5-0CD5-4F3D-9F38-6FA867AA6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8331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35E7A-30D5-C79A-FD90-DE96E998C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BC2A95-FCEC-6212-3550-D8491BE06E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8FFE1F-23C0-1D10-A2DC-BBA2930B43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5DB37B-CDE2-89F6-42A2-864E3E7A5F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A9FE46-B7CD-6F70-E870-FB8A6E1086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8F68C7-6382-C09C-6744-2C7324E57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C171B-D88E-4659-A8D1-2F73D757EFEA}" type="datetimeFigureOut">
              <a:rPr lang="en-US" smtClean="0"/>
              <a:t>10/20/2024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ADBD2B-B382-EF84-1C2B-DAE1AC07F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A76F0B-C574-7963-E219-EEB4F59C0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DE1F5-0CD5-4F3D-9F38-6FA867AA6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8979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B1410-34FA-6889-2397-3E9D8DE2C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F5F9B0-6A46-B05A-6908-C3B2675389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C171B-D88E-4659-A8D1-2F73D757EFEA}" type="datetimeFigureOut">
              <a:rPr lang="en-US" smtClean="0"/>
              <a:t>10/20/2024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91E154-0C72-8A14-799E-23BE0AE80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FD1BB6-B476-0677-46D1-5E74BB5DD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DE1F5-0CD5-4F3D-9F38-6FA867AA6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576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CA66B2-DAD8-6E16-A2F5-F1FFA5E22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C171B-D88E-4659-A8D1-2F73D757EFEA}" type="datetimeFigureOut">
              <a:rPr lang="en-US" smtClean="0"/>
              <a:t>10/20/2024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E20C8B-E659-C63B-6BCF-437291A8B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BFCBFE-ACC2-6F60-564D-950C9E682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DE1F5-0CD5-4F3D-9F38-6FA867AA6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7470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4A227-F07C-9CEE-7D52-F6BA8D40B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661EFE-A688-CED2-625C-45B7FB4800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0FF223-5F81-3101-A704-FF588A54C5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6CF8A6-A05D-2E72-79CC-FEF50D253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C171B-D88E-4659-A8D1-2F73D757EFEA}" type="datetimeFigureOut">
              <a:rPr lang="en-US" smtClean="0"/>
              <a:t>10/20/2024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55E7A8-31E9-2AA0-21E6-468E3B5C7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88957D-D841-3B63-AB30-8446A63E9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DE1F5-0CD5-4F3D-9F38-6FA867AA6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9911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6C208-FD5A-710B-E5AD-78D62040C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D6542A-1185-034D-1D19-61DE63C7E6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E36AB1-F0BD-3652-0131-B1E2FA30E1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2A8651-5FFF-A4EE-6CE8-BD914F672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C171B-D88E-4659-A8D1-2F73D757EFEA}" type="datetimeFigureOut">
              <a:rPr lang="en-US" smtClean="0"/>
              <a:t>10/20/2024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3C5FD6-301F-8128-4C91-8E7EDE896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96A394-AC30-2202-FAE3-EA8411E82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DE1F5-0CD5-4F3D-9F38-6FA867AA6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2917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C4444-6058-75CD-4DCC-4A5F86308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366F6E-365F-0AB2-2EBD-DB383FA031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4AD3CD-673E-6150-FE54-8E02C569F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C171B-D88E-4659-A8D1-2F73D757EFEA}" type="datetimeFigureOut">
              <a:rPr lang="en-US" smtClean="0"/>
              <a:t>10/20/2024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F855E5-7297-9C34-D7F1-71F16EC9D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C793F4-5803-35F6-C9C4-BE28E18E8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DE1F5-0CD5-4F3D-9F38-6FA867AA6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4433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6D838E-E827-2663-5B73-DC297F2D9E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702071-C9BE-A56A-24B6-0EAF3382D4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458C4A-9A5F-60C5-F95D-6872B5826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C171B-D88E-4659-A8D1-2F73D757EFEA}" type="datetimeFigureOut">
              <a:rPr lang="en-US" smtClean="0"/>
              <a:t>10/20/2024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07DEA8-9836-9A34-F567-A9D1D6BEA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37A5FF-BDC2-BDDF-D4FD-999245681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DE1F5-0CD5-4F3D-9F38-6FA867AA6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3443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E333B80D-9871-4BF5-834D-202815137F6F}"/>
              </a:ext>
            </a:extLst>
          </p:cNvPr>
          <p:cNvSpPr/>
          <p:nvPr userDrawn="1"/>
        </p:nvSpPr>
        <p:spPr>
          <a:xfrm>
            <a:off x="550862" y="-1"/>
            <a:ext cx="3373437" cy="41529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8A12A248-A253-479D-9025-EA656915B2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77877" y="125393"/>
            <a:ext cx="3373436" cy="41529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anchor="ctr"/>
          <a:lstStyle>
            <a:lvl1pPr algn="ctr">
              <a:defRPr sz="1400"/>
            </a:lvl1pPr>
          </a:lstStyle>
          <a:p>
            <a:endParaRPr lang="en-ID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1024B0-0921-4653-B244-DD1C4D7EC1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45367" y="549275"/>
            <a:ext cx="6570308" cy="3729017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98EA48-F0F1-4559-8320-92B0A8959D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45365" y="4857750"/>
            <a:ext cx="6570308" cy="145097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2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ID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13269A7-B0E7-4766-A676-0A4011D4BE7D}"/>
              </a:ext>
            </a:extLst>
          </p:cNvPr>
          <p:cNvSpPr/>
          <p:nvPr userDrawn="1"/>
        </p:nvSpPr>
        <p:spPr>
          <a:xfrm>
            <a:off x="550862" y="4857750"/>
            <a:ext cx="3373437" cy="2000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581911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47" userDrawn="1">
          <p15:clr>
            <a:srgbClr val="FBAE40"/>
          </p15:clr>
        </p15:guide>
        <p15:guide id="2" orient="horz" pos="346" userDrawn="1">
          <p15:clr>
            <a:srgbClr val="FBAE40"/>
          </p15:clr>
        </p15:guide>
        <p15:guide id="3" pos="7333" userDrawn="1">
          <p15:clr>
            <a:srgbClr val="FBAE40"/>
          </p15:clr>
        </p15:guide>
        <p15:guide id="4" orient="horz" pos="3974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C7902A1F-5F9E-F540-736E-4F5B6DB67E34}"/>
              </a:ext>
            </a:extLst>
          </p:cNvPr>
          <p:cNvSpPr/>
          <p:nvPr userDrawn="1"/>
        </p:nvSpPr>
        <p:spPr>
          <a:xfrm>
            <a:off x="7280546" y="469900"/>
            <a:ext cx="1800000" cy="180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EE6B5542-BB91-41A9-8B31-C8DE957623BD}"/>
              </a:ext>
            </a:extLst>
          </p:cNvPr>
          <p:cNvSpPr/>
          <p:nvPr userDrawn="1"/>
        </p:nvSpPr>
        <p:spPr>
          <a:xfrm>
            <a:off x="0" y="0"/>
            <a:ext cx="2267714" cy="2267712"/>
          </a:xfrm>
          <a:custGeom>
            <a:avLst/>
            <a:gdLst>
              <a:gd name="connsiteX0" fmla="*/ 0 w 2267714"/>
              <a:gd name="connsiteY0" fmla="*/ 0 h 2267712"/>
              <a:gd name="connsiteX1" fmla="*/ 2263317 w 2267714"/>
              <a:gd name="connsiteY1" fmla="*/ 0 h 2267712"/>
              <a:gd name="connsiteX2" fmla="*/ 2267714 w 2267714"/>
              <a:gd name="connsiteY2" fmla="*/ 87089 h 2267712"/>
              <a:gd name="connsiteX3" fmla="*/ 87091 w 2267714"/>
              <a:gd name="connsiteY3" fmla="*/ 2267712 h 2267712"/>
              <a:gd name="connsiteX4" fmla="*/ 0 w 2267714"/>
              <a:gd name="connsiteY4" fmla="*/ 2263314 h 2267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67714" h="2267712">
                <a:moveTo>
                  <a:pt x="0" y="0"/>
                </a:moveTo>
                <a:lnTo>
                  <a:pt x="2263317" y="0"/>
                </a:lnTo>
                <a:lnTo>
                  <a:pt x="2267714" y="87089"/>
                </a:lnTo>
                <a:cubicBezTo>
                  <a:pt x="2267714" y="1291414"/>
                  <a:pt x="1291416" y="2267712"/>
                  <a:pt x="87091" y="2267712"/>
                </a:cubicBezTo>
                <a:lnTo>
                  <a:pt x="0" y="2263314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01B5D6-A0BF-4F7A-8C00-4C190893142B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550862" y="719999"/>
            <a:ext cx="6180138" cy="2535266"/>
          </a:xfrm>
          <a:prstGeom prst="rect">
            <a:avLst/>
          </a:prstGeom>
        </p:spPr>
        <p:txBody>
          <a:bodyPr anchor="t"/>
          <a:lstStyle>
            <a:lvl1pPr>
              <a:defRPr sz="4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98F8A46-E065-4396-9BD1-6722AB51D79D}"/>
              </a:ext>
            </a:extLst>
          </p:cNvPr>
          <p:cNvSpPr>
            <a:spLocks noGrp="1"/>
          </p:cNvSpPr>
          <p:nvPr userDrawn="1">
            <p:ph type="body" sz="quarter" idx="10"/>
          </p:nvPr>
        </p:nvSpPr>
        <p:spPr>
          <a:xfrm>
            <a:off x="550862" y="3835401"/>
            <a:ext cx="6180138" cy="230196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120000"/>
              </a:lnSpc>
              <a:buFont typeface="Arial" panose="020B0604020202020204" pitchFamily="34" charset="0"/>
              <a:buNone/>
              <a:defRPr sz="12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189" indent="0" algn="l">
              <a:lnSpc>
                <a:spcPct val="120000"/>
              </a:lnSpc>
              <a:buFont typeface="Arial" panose="020B0604020202020204" pitchFamily="34" charset="0"/>
              <a:buNone/>
              <a:defRPr sz="110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 marL="914377" indent="0" algn="l">
              <a:lnSpc>
                <a:spcPct val="120000"/>
              </a:lnSpc>
              <a:buFont typeface="Arial" panose="020B0604020202020204" pitchFamily="34" charset="0"/>
              <a:buNone/>
              <a:defRPr sz="1050"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 marL="1371566" indent="0" algn="l">
              <a:lnSpc>
                <a:spcPct val="120000"/>
              </a:lnSpc>
              <a:buFont typeface="Arial" panose="020B0604020202020204" pitchFamily="34" charset="0"/>
              <a:buNone/>
              <a:defRPr sz="1000"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 marL="1828755" indent="0" algn="l">
              <a:lnSpc>
                <a:spcPct val="120000"/>
              </a:lnSpc>
              <a:buFont typeface="Arial" panose="020B0604020202020204" pitchFamily="34" charset="0"/>
              <a:buNone/>
              <a:defRPr sz="900"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ID" dirty="0"/>
              <a:t>Click to edit Master text styles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CCF3D022-456B-AB70-7F0A-62D09A116C9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526044" y="720316"/>
            <a:ext cx="4115094" cy="5417369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endParaRPr lang="en-ID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ACF5B696-393F-E64D-04D9-5E6080EB17D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50862" y="3429000"/>
            <a:ext cx="6180138" cy="360000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684233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473C1666-DC2E-4F60-98A5-80CDC7B1FFB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5999" y="3429000"/>
            <a:ext cx="6096000" cy="3429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endParaRPr lang="en-ID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F65C8F59-6373-4247-B614-4603147C6025}"/>
              </a:ext>
            </a:extLst>
          </p:cNvPr>
          <p:cNvSpPr/>
          <p:nvPr userDrawn="1"/>
        </p:nvSpPr>
        <p:spPr>
          <a:xfrm rot="16200000">
            <a:off x="0" y="4590287"/>
            <a:ext cx="2267714" cy="2267712"/>
          </a:xfrm>
          <a:custGeom>
            <a:avLst/>
            <a:gdLst>
              <a:gd name="connsiteX0" fmla="*/ 0 w 2267714"/>
              <a:gd name="connsiteY0" fmla="*/ 0 h 2267712"/>
              <a:gd name="connsiteX1" fmla="*/ 2263317 w 2267714"/>
              <a:gd name="connsiteY1" fmla="*/ 0 h 2267712"/>
              <a:gd name="connsiteX2" fmla="*/ 2267714 w 2267714"/>
              <a:gd name="connsiteY2" fmla="*/ 87089 h 2267712"/>
              <a:gd name="connsiteX3" fmla="*/ 87091 w 2267714"/>
              <a:gd name="connsiteY3" fmla="*/ 2267712 h 2267712"/>
              <a:gd name="connsiteX4" fmla="*/ 0 w 2267714"/>
              <a:gd name="connsiteY4" fmla="*/ 2263314 h 2267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67714" h="2267712">
                <a:moveTo>
                  <a:pt x="0" y="0"/>
                </a:moveTo>
                <a:lnTo>
                  <a:pt x="2263317" y="0"/>
                </a:lnTo>
                <a:lnTo>
                  <a:pt x="2267714" y="87089"/>
                </a:lnTo>
                <a:cubicBezTo>
                  <a:pt x="2267714" y="1291414"/>
                  <a:pt x="1291416" y="2267712"/>
                  <a:pt x="87091" y="2267712"/>
                </a:cubicBezTo>
                <a:lnTo>
                  <a:pt x="0" y="2263314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5180D2B3-2055-4849-A37F-15C3430316B3}"/>
              </a:ext>
            </a:extLst>
          </p:cNvPr>
          <p:cNvSpPr/>
          <p:nvPr userDrawn="1"/>
        </p:nvSpPr>
        <p:spPr>
          <a:xfrm rot="5400000">
            <a:off x="9924287" y="1"/>
            <a:ext cx="2267714" cy="2267712"/>
          </a:xfrm>
          <a:custGeom>
            <a:avLst/>
            <a:gdLst>
              <a:gd name="connsiteX0" fmla="*/ 0 w 2267714"/>
              <a:gd name="connsiteY0" fmla="*/ 0 h 2267712"/>
              <a:gd name="connsiteX1" fmla="*/ 2263317 w 2267714"/>
              <a:gd name="connsiteY1" fmla="*/ 0 h 2267712"/>
              <a:gd name="connsiteX2" fmla="*/ 2267714 w 2267714"/>
              <a:gd name="connsiteY2" fmla="*/ 87089 h 2267712"/>
              <a:gd name="connsiteX3" fmla="*/ 87091 w 2267714"/>
              <a:gd name="connsiteY3" fmla="*/ 2267712 h 2267712"/>
              <a:gd name="connsiteX4" fmla="*/ 0 w 2267714"/>
              <a:gd name="connsiteY4" fmla="*/ 2263314 h 2267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67714" h="2267712">
                <a:moveTo>
                  <a:pt x="0" y="0"/>
                </a:moveTo>
                <a:lnTo>
                  <a:pt x="2263317" y="0"/>
                </a:lnTo>
                <a:lnTo>
                  <a:pt x="2267714" y="87089"/>
                </a:lnTo>
                <a:cubicBezTo>
                  <a:pt x="2267714" y="1291414"/>
                  <a:pt x="1291416" y="2267712"/>
                  <a:pt x="87091" y="2267712"/>
                </a:cubicBezTo>
                <a:lnTo>
                  <a:pt x="0" y="2263314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BB2D10FB-3BE7-BCA6-0C2E-84EAF411D90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36000" y="1084668"/>
            <a:ext cx="5010570" cy="1791756"/>
          </a:xfrm>
        </p:spPr>
        <p:txBody>
          <a:bodyPr/>
          <a:lstStyle>
            <a:lvl1pPr>
              <a:lnSpc>
                <a:spcPct val="120000"/>
              </a:lnSpc>
              <a:defRPr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5A93AAF-A66A-3C45-C861-DA2D1EC7A2E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35999" y="697440"/>
            <a:ext cx="5005139" cy="360000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F9009176-C327-5E62-20C7-BD346F4580D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50863" y="4516969"/>
            <a:ext cx="5010570" cy="1791756"/>
          </a:xfrm>
        </p:spPr>
        <p:txBody>
          <a:bodyPr/>
          <a:lstStyle>
            <a:lvl1pPr>
              <a:lnSpc>
                <a:spcPct val="120000"/>
              </a:lnSpc>
              <a:defRPr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FF36DB10-1217-D9FB-5CEE-38EE84C8868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50863" y="4123391"/>
            <a:ext cx="5005139" cy="360000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A90C07-A319-0553-16DF-2A4B3E3B7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912" y="543299"/>
            <a:ext cx="5545136" cy="2879725"/>
          </a:xfrm>
          <a:prstGeom prst="rect">
            <a:avLst/>
          </a:prstGeom>
        </p:spPr>
        <p:txBody>
          <a:bodyPr anchor="b"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4874920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7">
            <a:extLst>
              <a:ext uri="{FF2B5EF4-FFF2-40B4-BE49-F238E27FC236}">
                <a16:creationId xmlns:a16="http://schemas.microsoft.com/office/drawing/2014/main" id="{AC37003A-ECD2-9271-8AB2-E1B377082716}"/>
              </a:ext>
            </a:extLst>
          </p:cNvPr>
          <p:cNvSpPr/>
          <p:nvPr userDrawn="1"/>
        </p:nvSpPr>
        <p:spPr>
          <a:xfrm>
            <a:off x="4149038" y="2811463"/>
            <a:ext cx="3893924" cy="4046537"/>
          </a:xfrm>
          <a:custGeom>
            <a:avLst/>
            <a:gdLst>
              <a:gd name="connsiteX0" fmla="*/ 198123 w 3893924"/>
              <a:gd name="connsiteY0" fmla="*/ 0 h 4046537"/>
              <a:gd name="connsiteX1" fmla="*/ 3695801 w 3893924"/>
              <a:gd name="connsiteY1" fmla="*/ 0 h 4046537"/>
              <a:gd name="connsiteX2" fmla="*/ 3893924 w 3893924"/>
              <a:gd name="connsiteY2" fmla="*/ 198123 h 4046537"/>
              <a:gd name="connsiteX3" fmla="*/ 3893924 w 3893924"/>
              <a:gd name="connsiteY3" fmla="*/ 4046537 h 4046537"/>
              <a:gd name="connsiteX4" fmla="*/ 0 w 3893924"/>
              <a:gd name="connsiteY4" fmla="*/ 4046537 h 4046537"/>
              <a:gd name="connsiteX5" fmla="*/ 0 w 3893924"/>
              <a:gd name="connsiteY5" fmla="*/ 198123 h 4046537"/>
              <a:gd name="connsiteX6" fmla="*/ 198123 w 3893924"/>
              <a:gd name="connsiteY6" fmla="*/ 0 h 40465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93924" h="4046537">
                <a:moveTo>
                  <a:pt x="198123" y="0"/>
                </a:moveTo>
                <a:lnTo>
                  <a:pt x="3695801" y="0"/>
                </a:lnTo>
                <a:cubicBezTo>
                  <a:pt x="3805221" y="0"/>
                  <a:pt x="3893924" y="88703"/>
                  <a:pt x="3893924" y="198123"/>
                </a:cubicBezTo>
                <a:lnTo>
                  <a:pt x="3893924" y="4046537"/>
                </a:lnTo>
                <a:lnTo>
                  <a:pt x="0" y="4046537"/>
                </a:lnTo>
                <a:lnTo>
                  <a:pt x="0" y="198123"/>
                </a:lnTo>
                <a:cubicBezTo>
                  <a:pt x="0" y="88703"/>
                  <a:pt x="88703" y="0"/>
                  <a:pt x="19812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44C63C5-B093-423F-EDE7-E256A8B7AD32}"/>
              </a:ext>
            </a:extLst>
          </p:cNvPr>
          <p:cNvCxnSpPr>
            <a:cxnSpLocks/>
          </p:cNvCxnSpPr>
          <p:nvPr userDrawn="1"/>
        </p:nvCxnSpPr>
        <p:spPr>
          <a:xfrm flipH="1">
            <a:off x="6096000" y="0"/>
            <a:ext cx="0" cy="7200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E13565E-CF99-419F-AEC7-A62AF2E65B11}"/>
              </a:ext>
            </a:extLst>
          </p:cNvPr>
          <p:cNvSpPr/>
          <p:nvPr userDrawn="1"/>
        </p:nvSpPr>
        <p:spPr>
          <a:xfrm rot="5400000">
            <a:off x="9245600" y="-1360"/>
            <a:ext cx="2946400" cy="2946400"/>
          </a:xfrm>
          <a:custGeom>
            <a:avLst/>
            <a:gdLst>
              <a:gd name="connsiteX0" fmla="*/ 0 w 2946400"/>
              <a:gd name="connsiteY0" fmla="*/ 0 h 2946400"/>
              <a:gd name="connsiteX1" fmla="*/ 2881601 w 2946400"/>
              <a:gd name="connsiteY1" fmla="*/ 0 h 2946400"/>
              <a:gd name="connsiteX2" fmla="*/ 2897635 w 2946400"/>
              <a:gd name="connsiteY2" fmla="*/ 62356 h 2946400"/>
              <a:gd name="connsiteX3" fmla="*/ 2946400 w 2946400"/>
              <a:gd name="connsiteY3" fmla="*/ 546100 h 2946400"/>
              <a:gd name="connsiteX4" fmla="*/ 546100 w 2946400"/>
              <a:gd name="connsiteY4" fmla="*/ 2946400 h 2946400"/>
              <a:gd name="connsiteX5" fmla="*/ 62356 w 2946400"/>
              <a:gd name="connsiteY5" fmla="*/ 2897635 h 2946400"/>
              <a:gd name="connsiteX6" fmla="*/ 0 w 2946400"/>
              <a:gd name="connsiteY6" fmla="*/ 2881601 h 294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46400" h="2946400">
                <a:moveTo>
                  <a:pt x="0" y="0"/>
                </a:moveTo>
                <a:lnTo>
                  <a:pt x="2881601" y="0"/>
                </a:lnTo>
                <a:lnTo>
                  <a:pt x="2897635" y="62356"/>
                </a:lnTo>
                <a:cubicBezTo>
                  <a:pt x="2929609" y="218610"/>
                  <a:pt x="2946400" y="380394"/>
                  <a:pt x="2946400" y="546100"/>
                </a:cubicBezTo>
                <a:cubicBezTo>
                  <a:pt x="2946400" y="1871749"/>
                  <a:pt x="1871749" y="2946400"/>
                  <a:pt x="546100" y="2946400"/>
                </a:cubicBezTo>
                <a:cubicBezTo>
                  <a:pt x="380394" y="2946400"/>
                  <a:pt x="218610" y="2929609"/>
                  <a:pt x="62356" y="2897635"/>
                </a:cubicBezTo>
                <a:lnTo>
                  <a:pt x="0" y="288160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A16C853-F5B0-48E9-8364-029210A4FD5A}"/>
              </a:ext>
            </a:extLst>
          </p:cNvPr>
          <p:cNvSpPr/>
          <p:nvPr userDrawn="1"/>
        </p:nvSpPr>
        <p:spPr>
          <a:xfrm>
            <a:off x="0" y="0"/>
            <a:ext cx="2946400" cy="2946400"/>
          </a:xfrm>
          <a:custGeom>
            <a:avLst/>
            <a:gdLst>
              <a:gd name="connsiteX0" fmla="*/ 0 w 2946400"/>
              <a:gd name="connsiteY0" fmla="*/ 0 h 2946400"/>
              <a:gd name="connsiteX1" fmla="*/ 2881601 w 2946400"/>
              <a:gd name="connsiteY1" fmla="*/ 0 h 2946400"/>
              <a:gd name="connsiteX2" fmla="*/ 2897635 w 2946400"/>
              <a:gd name="connsiteY2" fmla="*/ 62356 h 2946400"/>
              <a:gd name="connsiteX3" fmla="*/ 2946400 w 2946400"/>
              <a:gd name="connsiteY3" fmla="*/ 546100 h 2946400"/>
              <a:gd name="connsiteX4" fmla="*/ 546100 w 2946400"/>
              <a:gd name="connsiteY4" fmla="*/ 2946400 h 2946400"/>
              <a:gd name="connsiteX5" fmla="*/ 62356 w 2946400"/>
              <a:gd name="connsiteY5" fmla="*/ 2897635 h 2946400"/>
              <a:gd name="connsiteX6" fmla="*/ 0 w 2946400"/>
              <a:gd name="connsiteY6" fmla="*/ 2881601 h 294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46400" h="2946400">
                <a:moveTo>
                  <a:pt x="0" y="0"/>
                </a:moveTo>
                <a:lnTo>
                  <a:pt x="2881601" y="0"/>
                </a:lnTo>
                <a:lnTo>
                  <a:pt x="2897635" y="62356"/>
                </a:lnTo>
                <a:cubicBezTo>
                  <a:pt x="2929609" y="218610"/>
                  <a:pt x="2946400" y="380394"/>
                  <a:pt x="2946400" y="546100"/>
                </a:cubicBezTo>
                <a:cubicBezTo>
                  <a:pt x="2946400" y="1871749"/>
                  <a:pt x="1871749" y="2946400"/>
                  <a:pt x="546100" y="2946400"/>
                </a:cubicBezTo>
                <a:cubicBezTo>
                  <a:pt x="380394" y="2946400"/>
                  <a:pt x="218610" y="2929609"/>
                  <a:pt x="62356" y="2897635"/>
                </a:cubicBezTo>
                <a:lnTo>
                  <a:pt x="0" y="288160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5048C8-BEDD-47F9-820F-7FAF2CE3E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719998"/>
            <a:ext cx="10752000" cy="1767170"/>
          </a:xfrm>
          <a:prstGeom prst="rect">
            <a:avLst/>
          </a:prstGeom>
        </p:spPr>
        <p:txBody>
          <a:bodyPr anchor="b"/>
          <a:lstStyle>
            <a:lvl1pPr algn="ctr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654D9A68-A5E1-422C-86E6-C5B21D058A6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3" y="3248750"/>
            <a:ext cx="3218016" cy="360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189" indent="0">
              <a:lnSpc>
                <a:spcPct val="120000"/>
              </a:lnSpc>
              <a:buNone/>
              <a:defRPr sz="110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 marL="914377" indent="0">
              <a:lnSpc>
                <a:spcPct val="120000"/>
              </a:lnSpc>
              <a:buNone/>
              <a:defRPr sz="1050"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 marL="1371566" indent="0">
              <a:lnSpc>
                <a:spcPct val="120000"/>
              </a:lnSpc>
              <a:buNone/>
              <a:defRPr sz="1000"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 marL="1828755" indent="0">
              <a:lnSpc>
                <a:spcPct val="120000"/>
              </a:lnSpc>
              <a:buNone/>
              <a:defRPr sz="1000"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D2ADC0D5-7E0B-BEB1-CED3-F22FB93B60C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50863" y="3650832"/>
            <a:ext cx="3218016" cy="250273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2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189" indent="0">
              <a:lnSpc>
                <a:spcPct val="120000"/>
              </a:lnSpc>
              <a:buNone/>
              <a:defRPr sz="110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 marL="914377" indent="0">
              <a:lnSpc>
                <a:spcPct val="120000"/>
              </a:lnSpc>
              <a:buNone/>
              <a:defRPr sz="1050"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 marL="1371566" indent="0">
              <a:lnSpc>
                <a:spcPct val="120000"/>
              </a:lnSpc>
              <a:buNone/>
              <a:defRPr sz="1000"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 marL="1828755" indent="0">
              <a:lnSpc>
                <a:spcPct val="120000"/>
              </a:lnSpc>
              <a:buNone/>
              <a:defRPr sz="1000"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30FCCA7C-03AA-99D2-27DF-4C2B5F26BD3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486992" y="3248750"/>
            <a:ext cx="3218016" cy="360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189" indent="0">
              <a:lnSpc>
                <a:spcPct val="120000"/>
              </a:lnSpc>
              <a:buNone/>
              <a:defRPr sz="110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 marL="914377" indent="0">
              <a:lnSpc>
                <a:spcPct val="120000"/>
              </a:lnSpc>
              <a:buNone/>
              <a:defRPr sz="1050"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 marL="1371566" indent="0">
              <a:lnSpc>
                <a:spcPct val="120000"/>
              </a:lnSpc>
              <a:buNone/>
              <a:defRPr sz="1000"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 marL="1828755" indent="0">
              <a:lnSpc>
                <a:spcPct val="120000"/>
              </a:lnSpc>
              <a:buNone/>
              <a:defRPr sz="1000"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ext Placeholder 13">
            <a:extLst>
              <a:ext uri="{FF2B5EF4-FFF2-40B4-BE49-F238E27FC236}">
                <a16:creationId xmlns:a16="http://schemas.microsoft.com/office/drawing/2014/main" id="{59C7F382-677C-1234-D6A5-1733381B5AA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86992" y="3650832"/>
            <a:ext cx="3218016" cy="250273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2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189" indent="0">
              <a:lnSpc>
                <a:spcPct val="120000"/>
              </a:lnSpc>
              <a:buNone/>
              <a:defRPr sz="110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 marL="914377" indent="0">
              <a:lnSpc>
                <a:spcPct val="120000"/>
              </a:lnSpc>
              <a:buNone/>
              <a:defRPr sz="1050"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 marL="1371566" indent="0">
              <a:lnSpc>
                <a:spcPct val="120000"/>
              </a:lnSpc>
              <a:buNone/>
              <a:defRPr sz="1000"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 marL="1828755" indent="0">
              <a:lnSpc>
                <a:spcPct val="120000"/>
              </a:lnSpc>
              <a:buNone/>
              <a:defRPr sz="1000"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30A1B2A7-CA70-0F52-27CE-F9B0C958DFF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423121" y="3233186"/>
            <a:ext cx="3218016" cy="360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189" indent="0">
              <a:lnSpc>
                <a:spcPct val="120000"/>
              </a:lnSpc>
              <a:buNone/>
              <a:defRPr sz="110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 marL="914377" indent="0">
              <a:lnSpc>
                <a:spcPct val="120000"/>
              </a:lnSpc>
              <a:buNone/>
              <a:defRPr sz="1050"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 marL="1371566" indent="0">
              <a:lnSpc>
                <a:spcPct val="120000"/>
              </a:lnSpc>
              <a:buNone/>
              <a:defRPr sz="1000"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 marL="1828755" indent="0">
              <a:lnSpc>
                <a:spcPct val="120000"/>
              </a:lnSpc>
              <a:buNone/>
              <a:defRPr sz="1000"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13">
            <a:extLst>
              <a:ext uri="{FF2B5EF4-FFF2-40B4-BE49-F238E27FC236}">
                <a16:creationId xmlns:a16="http://schemas.microsoft.com/office/drawing/2014/main" id="{170B7EF2-0E9D-CBAA-2308-0D8E544F7D6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423121" y="3635268"/>
            <a:ext cx="3218016" cy="250273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2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189" indent="0">
              <a:lnSpc>
                <a:spcPct val="120000"/>
              </a:lnSpc>
              <a:buNone/>
              <a:defRPr sz="110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 marL="914377" indent="0">
              <a:lnSpc>
                <a:spcPct val="120000"/>
              </a:lnSpc>
              <a:buNone/>
              <a:defRPr sz="1050"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 marL="1371566" indent="0">
              <a:lnSpc>
                <a:spcPct val="120000"/>
              </a:lnSpc>
              <a:buNone/>
              <a:defRPr sz="1000"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 marL="1828755" indent="0">
              <a:lnSpc>
                <a:spcPct val="120000"/>
              </a:lnSpc>
              <a:buNone/>
              <a:defRPr sz="1000"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34355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lumn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7F31A4D2-E7FE-4037-BB0F-7F3541D21692}"/>
              </a:ext>
            </a:extLst>
          </p:cNvPr>
          <p:cNvSpPr/>
          <p:nvPr userDrawn="1"/>
        </p:nvSpPr>
        <p:spPr>
          <a:xfrm>
            <a:off x="0" y="0"/>
            <a:ext cx="5676900" cy="6858000"/>
          </a:xfrm>
          <a:custGeom>
            <a:avLst/>
            <a:gdLst>
              <a:gd name="connsiteX0" fmla="*/ 0 w 5676900"/>
              <a:gd name="connsiteY0" fmla="*/ 0 h 6858000"/>
              <a:gd name="connsiteX1" fmla="*/ 3870984 w 5676900"/>
              <a:gd name="connsiteY1" fmla="*/ 0 h 6858000"/>
              <a:gd name="connsiteX2" fmla="*/ 4006278 w 5676900"/>
              <a:gd name="connsiteY2" fmla="*/ 96210 h 6858000"/>
              <a:gd name="connsiteX3" fmla="*/ 5676900 w 5676900"/>
              <a:gd name="connsiteY3" fmla="*/ 3429000 h 6858000"/>
              <a:gd name="connsiteX4" fmla="*/ 4006278 w 5676900"/>
              <a:gd name="connsiteY4" fmla="*/ 6761790 h 6858000"/>
              <a:gd name="connsiteX5" fmla="*/ 3870983 w 5676900"/>
              <a:gd name="connsiteY5" fmla="*/ 6858000 h 6858000"/>
              <a:gd name="connsiteX6" fmla="*/ 0 w 5676900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676900" h="6858000">
                <a:moveTo>
                  <a:pt x="0" y="0"/>
                </a:moveTo>
                <a:lnTo>
                  <a:pt x="3870984" y="0"/>
                </a:lnTo>
                <a:lnTo>
                  <a:pt x="4006278" y="96210"/>
                </a:lnTo>
                <a:cubicBezTo>
                  <a:pt x="5020449" y="854662"/>
                  <a:pt x="5676900" y="2065170"/>
                  <a:pt x="5676900" y="3429000"/>
                </a:cubicBezTo>
                <a:cubicBezTo>
                  <a:pt x="5676900" y="4792830"/>
                  <a:pt x="5020449" y="6003338"/>
                  <a:pt x="4006278" y="6761790"/>
                </a:cubicBezTo>
                <a:lnTo>
                  <a:pt x="3870983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53DE57-F9AC-4BE9-85B5-FE07DAEAA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1439997"/>
            <a:ext cx="4059237" cy="3978004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9F9C601-91DE-37CA-F7E5-64317EBCDD7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1" y="2908302"/>
            <a:ext cx="4686300" cy="1835149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8AC7C845-1150-C362-D67D-6AD3AD7C904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096000" y="2444588"/>
            <a:ext cx="4686300" cy="360000"/>
          </a:xfrm>
        </p:spPr>
        <p:txBody>
          <a:bodyPr>
            <a:normAutofit/>
          </a:bodyPr>
          <a:lstStyle>
            <a:lvl1pPr>
              <a:defRPr sz="1400" b="1"/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E788A7F-D472-23EE-5635-C37BC55DC2C0}"/>
              </a:ext>
            </a:extLst>
          </p:cNvPr>
          <p:cNvCxnSpPr>
            <a:cxnSpLocks/>
          </p:cNvCxnSpPr>
          <p:nvPr userDrawn="1"/>
        </p:nvCxnSpPr>
        <p:spPr>
          <a:xfrm flipH="1">
            <a:off x="11099800" y="3429000"/>
            <a:ext cx="541338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01046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lumn(3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FAA4F31-FF90-45D7-B2DE-4071CF3B0D54}"/>
              </a:ext>
            </a:extLst>
          </p:cNvPr>
          <p:cNvSpPr/>
          <p:nvPr userDrawn="1"/>
        </p:nvSpPr>
        <p:spPr>
          <a:xfrm>
            <a:off x="0" y="0"/>
            <a:ext cx="2267714" cy="2267712"/>
          </a:xfrm>
          <a:custGeom>
            <a:avLst/>
            <a:gdLst>
              <a:gd name="connsiteX0" fmla="*/ 0 w 2267714"/>
              <a:gd name="connsiteY0" fmla="*/ 0 h 2267712"/>
              <a:gd name="connsiteX1" fmla="*/ 2263317 w 2267714"/>
              <a:gd name="connsiteY1" fmla="*/ 0 h 2267712"/>
              <a:gd name="connsiteX2" fmla="*/ 2267714 w 2267714"/>
              <a:gd name="connsiteY2" fmla="*/ 87089 h 2267712"/>
              <a:gd name="connsiteX3" fmla="*/ 87091 w 2267714"/>
              <a:gd name="connsiteY3" fmla="*/ 2267712 h 2267712"/>
              <a:gd name="connsiteX4" fmla="*/ 0 w 2267714"/>
              <a:gd name="connsiteY4" fmla="*/ 2263314 h 2267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67714" h="2267712">
                <a:moveTo>
                  <a:pt x="0" y="0"/>
                </a:moveTo>
                <a:lnTo>
                  <a:pt x="2263317" y="0"/>
                </a:lnTo>
                <a:lnTo>
                  <a:pt x="2267714" y="87089"/>
                </a:lnTo>
                <a:cubicBezTo>
                  <a:pt x="2267714" y="1291414"/>
                  <a:pt x="1291416" y="2267712"/>
                  <a:pt x="87091" y="2267712"/>
                </a:cubicBezTo>
                <a:lnTo>
                  <a:pt x="0" y="226331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0525E9-84FB-45C6-9CCA-A7C6F12B0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719998"/>
            <a:ext cx="4825137" cy="199492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562162F-D0C3-47F5-A87A-C7A3A8F0B01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719998"/>
            <a:ext cx="5376000" cy="541800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anchor="ctr"/>
          <a:lstStyle>
            <a:lvl1pPr algn="ctr">
              <a:defRPr sz="1200"/>
            </a:lvl1pPr>
          </a:lstStyle>
          <a:p>
            <a:endParaRPr lang="en-ID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FCA19F0-EE92-46AD-8A97-9F77DC05EF4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0863" y="3401634"/>
            <a:ext cx="4825136" cy="360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189" indent="0">
              <a:buNone/>
              <a:defRPr sz="110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 marL="914377" indent="0">
              <a:buNone/>
              <a:defRPr sz="1050"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 marL="1371566" indent="0">
              <a:buNone/>
              <a:defRPr sz="1000"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 marL="1828755" indent="0">
              <a:buNone/>
              <a:defRPr sz="1000"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19D57F2C-493B-63FF-DA50-68D384E8982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4" y="3801034"/>
            <a:ext cx="4825136" cy="233696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189" indent="0">
              <a:buNone/>
              <a:defRPr sz="110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 marL="914377" indent="0">
              <a:buNone/>
              <a:defRPr sz="1050"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 marL="1371566" indent="0">
              <a:buNone/>
              <a:defRPr sz="1000"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 marL="1828755" indent="0">
              <a:buNone/>
              <a:defRPr sz="1000"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371063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lumns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D1D2B-1803-7A82-2F23-2D10AA7F8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6952179" cy="2879725"/>
          </a:xfrm>
          <a:prstGeom prst="rect">
            <a:avLst/>
          </a:prstGeom>
        </p:spPr>
        <p:txBody>
          <a:bodyPr anchor="t"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4C5CF9-10AA-8747-7064-6A925F453B0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50862" y="3429000"/>
            <a:ext cx="6952179" cy="3429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anchor="ctr"/>
          <a:lstStyle>
            <a:lvl1pPr marL="0" indent="0" algn="ctr">
              <a:buNone/>
              <a:defRPr sz="1400"/>
            </a:lvl1pPr>
          </a:lstStyle>
          <a:p>
            <a:endParaRPr lang="en-ID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F421A03-EBB9-E8A0-A75A-B02C2B24E47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53905" y="549275"/>
            <a:ext cx="3587236" cy="360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>
              <a:lnSpc>
                <a:spcPct val="120000"/>
              </a:lnSpc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189" indent="0" algn="l">
              <a:lnSpc>
                <a:spcPct val="120000"/>
              </a:lnSpc>
              <a:buNone/>
              <a:defRPr sz="110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 marL="914377" indent="0" algn="l">
              <a:lnSpc>
                <a:spcPct val="120000"/>
              </a:lnSpc>
              <a:buNone/>
              <a:defRPr sz="1050"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 marL="1371566" indent="0" algn="l">
              <a:lnSpc>
                <a:spcPct val="120000"/>
              </a:lnSpc>
              <a:buNone/>
              <a:defRPr sz="1000"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 marL="1828755" indent="0" algn="l">
              <a:lnSpc>
                <a:spcPct val="120000"/>
              </a:lnSpc>
              <a:buNone/>
              <a:defRPr sz="1000"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620C953-7D7C-35D3-0E62-253A6D9C629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053904" y="955674"/>
            <a:ext cx="3587236" cy="2314016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lnSpc>
                <a:spcPct val="120000"/>
              </a:lnSpc>
              <a:buNone/>
              <a:defRPr sz="12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189" indent="0" algn="l">
              <a:lnSpc>
                <a:spcPct val="120000"/>
              </a:lnSpc>
              <a:buNone/>
              <a:defRPr sz="110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 marL="914377" indent="0" algn="l">
              <a:lnSpc>
                <a:spcPct val="120000"/>
              </a:lnSpc>
              <a:buNone/>
              <a:defRPr sz="1050"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 marL="1371566" indent="0" algn="l">
              <a:lnSpc>
                <a:spcPct val="120000"/>
              </a:lnSpc>
              <a:buNone/>
              <a:defRPr sz="1000"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 marL="1828755" indent="0" algn="l">
              <a:lnSpc>
                <a:spcPct val="120000"/>
              </a:lnSpc>
              <a:buNone/>
              <a:defRPr sz="1000"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D047D360-931B-4B02-DF7F-22B40E3F0FA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53903" y="3589059"/>
            <a:ext cx="3587236" cy="360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>
              <a:lnSpc>
                <a:spcPct val="120000"/>
              </a:lnSpc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189" indent="0" algn="l">
              <a:lnSpc>
                <a:spcPct val="120000"/>
              </a:lnSpc>
              <a:buNone/>
              <a:defRPr sz="110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 marL="914377" indent="0" algn="l">
              <a:lnSpc>
                <a:spcPct val="120000"/>
              </a:lnSpc>
              <a:buNone/>
              <a:defRPr sz="1050"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 marL="1371566" indent="0" algn="l">
              <a:lnSpc>
                <a:spcPct val="120000"/>
              </a:lnSpc>
              <a:buNone/>
              <a:defRPr sz="1000"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 marL="1828755" indent="0" algn="l">
              <a:lnSpc>
                <a:spcPct val="120000"/>
              </a:lnSpc>
              <a:buNone/>
              <a:defRPr sz="1000"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FC03BD29-6455-7ADC-E781-64D001078BE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053902" y="3994710"/>
            <a:ext cx="3587236" cy="2314016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lnSpc>
                <a:spcPct val="120000"/>
              </a:lnSpc>
              <a:buNone/>
              <a:defRPr sz="12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189" indent="0" algn="l">
              <a:lnSpc>
                <a:spcPct val="120000"/>
              </a:lnSpc>
              <a:buNone/>
              <a:defRPr sz="110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 marL="914377" indent="0" algn="l">
              <a:lnSpc>
                <a:spcPct val="120000"/>
              </a:lnSpc>
              <a:buNone/>
              <a:defRPr sz="1050"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 marL="1371566" indent="0" algn="l">
              <a:lnSpc>
                <a:spcPct val="120000"/>
              </a:lnSpc>
              <a:buNone/>
              <a:defRPr sz="1000"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 marL="1828755" indent="0" algn="l">
              <a:lnSpc>
                <a:spcPct val="120000"/>
              </a:lnSpc>
              <a:buNone/>
              <a:defRPr sz="1000"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512714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lumns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2ED0F9B-1932-6896-466C-D64BA828EC15}"/>
              </a:ext>
            </a:extLst>
          </p:cNvPr>
          <p:cNvSpPr/>
          <p:nvPr userDrawn="1"/>
        </p:nvSpPr>
        <p:spPr>
          <a:xfrm>
            <a:off x="6096001" y="3429000"/>
            <a:ext cx="6096000" cy="3429000"/>
          </a:xfrm>
          <a:prstGeom prst="rect">
            <a:avLst/>
          </a:prstGeom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8C0BAD-62F8-8DBF-08BD-F3D4D2314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5545137" cy="2330450"/>
          </a:xfrm>
          <a:prstGeom prst="rect">
            <a:avLst/>
          </a:prstGeom>
        </p:spPr>
        <p:txBody>
          <a:bodyPr anchor="ctr"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FF15D25B-820B-156A-3645-D86E2556A8D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3" y="4413250"/>
            <a:ext cx="4994274" cy="1895474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lnSpc>
                <a:spcPct val="120000"/>
              </a:lnSpc>
              <a:buNone/>
              <a:defRPr sz="12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189" indent="0" algn="l">
              <a:lnSpc>
                <a:spcPct val="120000"/>
              </a:lnSpc>
              <a:buNone/>
              <a:defRPr sz="110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 marL="914377" indent="0" algn="l">
              <a:lnSpc>
                <a:spcPct val="120000"/>
              </a:lnSpc>
              <a:buNone/>
              <a:defRPr sz="1050"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 marL="1371566" indent="0" algn="l">
              <a:lnSpc>
                <a:spcPct val="120000"/>
              </a:lnSpc>
              <a:buNone/>
              <a:defRPr sz="1000"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 marL="1828755" indent="0" algn="l">
              <a:lnSpc>
                <a:spcPct val="120000"/>
              </a:lnSpc>
              <a:buNone/>
              <a:defRPr sz="1000"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5453C8F-F0F1-1099-79AA-AF1ACBB99C77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3429000"/>
            <a:ext cx="6220047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122764C-29F8-352B-1FEF-C94B5FF717FB}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1" y="0"/>
            <a:ext cx="0" cy="34290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A0730728-BA5D-6ABE-8950-B7C4CD06127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50863" y="3978274"/>
            <a:ext cx="4994274" cy="36000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lnSpc>
                <a:spcPct val="120000"/>
              </a:lnSpc>
              <a:buNone/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189" indent="0" algn="l">
              <a:lnSpc>
                <a:spcPct val="120000"/>
              </a:lnSpc>
              <a:buNone/>
              <a:defRPr sz="110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 marL="914377" indent="0" algn="l">
              <a:lnSpc>
                <a:spcPct val="120000"/>
              </a:lnSpc>
              <a:buNone/>
              <a:defRPr sz="1050"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 marL="1371566" indent="0" algn="l">
              <a:lnSpc>
                <a:spcPct val="120000"/>
              </a:lnSpc>
              <a:buNone/>
              <a:defRPr sz="1000"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 marL="1828755" indent="0" algn="l">
              <a:lnSpc>
                <a:spcPct val="120000"/>
              </a:lnSpc>
              <a:buNone/>
              <a:defRPr sz="1000"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54D69608-7CD7-CDA4-432C-F440FF35763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46866" y="4413250"/>
            <a:ext cx="4994274" cy="189342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lnSpc>
                <a:spcPct val="120000"/>
              </a:lnSpc>
              <a:buNone/>
              <a:defRPr sz="12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189" indent="0" algn="l">
              <a:lnSpc>
                <a:spcPct val="120000"/>
              </a:lnSpc>
              <a:buNone/>
              <a:defRPr sz="110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 marL="914377" indent="0" algn="l">
              <a:lnSpc>
                <a:spcPct val="120000"/>
              </a:lnSpc>
              <a:buNone/>
              <a:defRPr sz="1050"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 marL="1371566" indent="0" algn="l">
              <a:lnSpc>
                <a:spcPct val="120000"/>
              </a:lnSpc>
              <a:buNone/>
              <a:defRPr sz="1000"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 marL="1828755" indent="0" algn="l">
              <a:lnSpc>
                <a:spcPct val="120000"/>
              </a:lnSpc>
              <a:buNone/>
              <a:defRPr sz="1000"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0292190A-DFB1-DD0F-F6CF-B573B68D37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46866" y="3976220"/>
            <a:ext cx="4994274" cy="36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20000"/>
              </a:lnSpc>
              <a:buNone/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189" indent="0" algn="l">
              <a:lnSpc>
                <a:spcPct val="120000"/>
              </a:lnSpc>
              <a:buNone/>
              <a:defRPr sz="110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 marL="914377" indent="0" algn="l">
              <a:lnSpc>
                <a:spcPct val="120000"/>
              </a:lnSpc>
              <a:buNone/>
              <a:defRPr sz="1050"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 marL="1371566" indent="0" algn="l">
              <a:lnSpc>
                <a:spcPct val="120000"/>
              </a:lnSpc>
              <a:buNone/>
              <a:defRPr sz="1000"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 marL="1828755" indent="0" algn="l">
              <a:lnSpc>
                <a:spcPct val="120000"/>
              </a:lnSpc>
              <a:buNone/>
              <a:defRPr sz="1000"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50E931C2-A398-6AE3-BE1F-0BDF8CDBD74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46863" y="986304"/>
            <a:ext cx="4994274" cy="189342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lnSpc>
                <a:spcPct val="120000"/>
              </a:lnSpc>
              <a:buNone/>
              <a:defRPr sz="12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189" indent="0" algn="l">
              <a:lnSpc>
                <a:spcPct val="120000"/>
              </a:lnSpc>
              <a:buNone/>
              <a:defRPr sz="110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 marL="914377" indent="0" algn="l">
              <a:lnSpc>
                <a:spcPct val="120000"/>
              </a:lnSpc>
              <a:buNone/>
              <a:defRPr sz="1050"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 marL="1371566" indent="0" algn="l">
              <a:lnSpc>
                <a:spcPct val="120000"/>
              </a:lnSpc>
              <a:buNone/>
              <a:defRPr sz="1000"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 marL="1828755" indent="0" algn="l">
              <a:lnSpc>
                <a:spcPct val="120000"/>
              </a:lnSpc>
              <a:buNone/>
              <a:defRPr sz="1000"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13867C3F-EB64-F016-29BE-C89F700C3FF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646863" y="549274"/>
            <a:ext cx="4994274" cy="36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20000"/>
              </a:lnSpc>
              <a:buNone/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189" indent="0" algn="l">
              <a:lnSpc>
                <a:spcPct val="120000"/>
              </a:lnSpc>
              <a:buNone/>
              <a:defRPr sz="110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 marL="914377" indent="0" algn="l">
              <a:lnSpc>
                <a:spcPct val="120000"/>
              </a:lnSpc>
              <a:buNone/>
              <a:defRPr sz="1050"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 marL="1371566" indent="0" algn="l">
              <a:lnSpc>
                <a:spcPct val="120000"/>
              </a:lnSpc>
              <a:buNone/>
              <a:defRPr sz="1000"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 marL="1828755" indent="0" algn="l">
              <a:lnSpc>
                <a:spcPct val="120000"/>
              </a:lnSpc>
              <a:buNone/>
              <a:defRPr sz="1000"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441841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lumn(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71230AE0-6C7F-4620-8410-EFE6D1DFE7CE}"/>
              </a:ext>
            </a:extLst>
          </p:cNvPr>
          <p:cNvSpPr/>
          <p:nvPr userDrawn="1"/>
        </p:nvSpPr>
        <p:spPr>
          <a:xfrm rot="10800000">
            <a:off x="5883268" y="549274"/>
            <a:ext cx="6308731" cy="6308725"/>
          </a:xfrm>
          <a:custGeom>
            <a:avLst/>
            <a:gdLst>
              <a:gd name="connsiteX0" fmla="*/ 0 w 2267714"/>
              <a:gd name="connsiteY0" fmla="*/ 0 h 2267712"/>
              <a:gd name="connsiteX1" fmla="*/ 2263317 w 2267714"/>
              <a:gd name="connsiteY1" fmla="*/ 0 h 2267712"/>
              <a:gd name="connsiteX2" fmla="*/ 2267714 w 2267714"/>
              <a:gd name="connsiteY2" fmla="*/ 87089 h 2267712"/>
              <a:gd name="connsiteX3" fmla="*/ 87091 w 2267714"/>
              <a:gd name="connsiteY3" fmla="*/ 2267712 h 2267712"/>
              <a:gd name="connsiteX4" fmla="*/ 0 w 2267714"/>
              <a:gd name="connsiteY4" fmla="*/ 2263314 h 2267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67714" h="2267712">
                <a:moveTo>
                  <a:pt x="0" y="0"/>
                </a:moveTo>
                <a:lnTo>
                  <a:pt x="2263317" y="0"/>
                </a:lnTo>
                <a:lnTo>
                  <a:pt x="2267714" y="87089"/>
                </a:lnTo>
                <a:cubicBezTo>
                  <a:pt x="2267714" y="1291414"/>
                  <a:pt x="1291416" y="2267712"/>
                  <a:pt x="87091" y="2267712"/>
                </a:cubicBezTo>
                <a:lnTo>
                  <a:pt x="0" y="2263314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0FE9F7-C154-4314-AE66-194623BD3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4" y="549275"/>
            <a:ext cx="5332405" cy="2879725"/>
          </a:xfrm>
          <a:prstGeom prst="rect">
            <a:avLst/>
          </a:prstGeom>
        </p:spPr>
        <p:txBody>
          <a:bodyPr anchor="b"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A482F9F-1C6B-D116-4A91-3496683445D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3" y="4152899"/>
            <a:ext cx="5332406" cy="1985099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lnSpc>
                <a:spcPct val="120000"/>
              </a:lnSpc>
              <a:buNone/>
              <a:defRPr sz="12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189" indent="0" algn="l">
              <a:lnSpc>
                <a:spcPct val="120000"/>
              </a:lnSpc>
              <a:buNone/>
              <a:defRPr sz="110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 marL="914377" indent="0" algn="l">
              <a:lnSpc>
                <a:spcPct val="120000"/>
              </a:lnSpc>
              <a:buNone/>
              <a:defRPr sz="1050"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 marL="1371566" indent="0" algn="l">
              <a:lnSpc>
                <a:spcPct val="120000"/>
              </a:lnSpc>
              <a:buNone/>
              <a:defRPr sz="1000"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 marL="1828755" indent="0" algn="l">
              <a:lnSpc>
                <a:spcPct val="120000"/>
              </a:lnSpc>
              <a:buNone/>
              <a:defRPr sz="1000"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64D6732-7D26-F6D0-37F1-72DEBAEC799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50863" y="3722329"/>
            <a:ext cx="5332406" cy="36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20000"/>
              </a:lnSpc>
              <a:buNone/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189" indent="0" algn="l">
              <a:lnSpc>
                <a:spcPct val="120000"/>
              </a:lnSpc>
              <a:buNone/>
              <a:defRPr sz="110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 marL="914377" indent="0" algn="l">
              <a:lnSpc>
                <a:spcPct val="120000"/>
              </a:lnSpc>
              <a:buNone/>
              <a:defRPr sz="1050"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 marL="1371566" indent="0" algn="l">
              <a:lnSpc>
                <a:spcPct val="120000"/>
              </a:lnSpc>
              <a:buNone/>
              <a:defRPr sz="1000"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 marL="1828755" indent="0" algn="l">
              <a:lnSpc>
                <a:spcPct val="120000"/>
              </a:lnSpc>
              <a:buNone/>
              <a:defRPr sz="1000"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329867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3882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CFB4A3-DF26-844A-E1C3-D0E80EE4E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EBE00A-7FF1-1003-4ED3-9460615F02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42B517-7898-3B2D-D4D5-C30ACA3F3F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1C171B-D88E-4659-A8D1-2F73D757EFEA}" type="datetimeFigureOut">
              <a:rPr lang="en-US" smtClean="0"/>
              <a:t>10/20/2024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B2A366-38CB-EEC4-695A-0EE5AE9F0A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D50682-CD6D-91A1-4B25-D76B098DC8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3DE1F5-0CD5-4F3D-9F38-6FA867AA6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2071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ECAB1D-7C61-B1A0-AB2C-B508F7890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027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D98A34-8A43-A6AC-9593-C4AE4F032A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2" y="1874838"/>
            <a:ext cx="11090276" cy="44338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Click to edit Master text styles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486867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4" r:id="rId1"/>
    <p:sldLayoutId id="2147483805" r:id="rId2"/>
    <p:sldLayoutId id="2147483809" r:id="rId3"/>
    <p:sldLayoutId id="2147483811" r:id="rId4"/>
    <p:sldLayoutId id="2147483814" r:id="rId5"/>
    <p:sldLayoutId id="2147483817" r:id="rId6"/>
    <p:sldLayoutId id="2147483850" r:id="rId7"/>
    <p:sldLayoutId id="2147483851" r:id="rId8"/>
    <p:sldLayoutId id="2147483834" r:id="rId9"/>
    <p:sldLayoutId id="2147483852" r:id="rId10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914377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200" b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189" indent="0" algn="l" defTabSz="914377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1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914377" indent="0" algn="l" defTabSz="914377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0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371566" indent="0" algn="l" defTabSz="914377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828755" indent="0" algn="l" defTabSz="914377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346" userDrawn="1">
          <p15:clr>
            <a:srgbClr val="F26B43"/>
          </p15:clr>
        </p15:guide>
        <p15:guide id="4" pos="347" userDrawn="1">
          <p15:clr>
            <a:srgbClr val="F26B43"/>
          </p15:clr>
        </p15:guide>
        <p15:guide id="5" pos="7333" userDrawn="1">
          <p15:clr>
            <a:srgbClr val="F26B43"/>
          </p15:clr>
        </p15:guide>
        <p15:guide id="6" orient="horz" pos="3974" userDrawn="1">
          <p15:clr>
            <a:srgbClr val="F26B43"/>
          </p15:clr>
        </p15:guide>
        <p15:guide id="7" pos="699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hyperlink" Target="https://github.com/pravin-vaz/cardboardtronics/tree/master" TargetMode="Externa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maxembedded.com/2014/07/using-raspberry-pi-gpio-using-python/" TargetMode="External"/><Relationship Id="rId7" Type="http://schemas.openxmlformats.org/officeDocument/2006/relationships/hyperlink" Target="https://creativecommons.org/licenses/by-sa/3.0/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4.xml"/><Relationship Id="rId6" Type="http://schemas.openxmlformats.org/officeDocument/2006/relationships/hyperlink" Target="http://fablab37110.ovh/doku.php?id=start:arduino:debutant" TargetMode="External"/><Relationship Id="rId5" Type="http://schemas.openxmlformats.org/officeDocument/2006/relationships/image" Target="../media/image3.jpg"/><Relationship Id="rId4" Type="http://schemas.openxmlformats.org/officeDocument/2006/relationships/hyperlink" Target="https://creativecommons.org/licenses/by-nc-nd/3.0/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lectronics-lab.com/community/index.php?/profile/79416-aman-bharti/content/&amp;type=forums_topic_post&amp;change_section=1" TargetMode="External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6.xml"/><Relationship Id="rId4" Type="http://schemas.openxmlformats.org/officeDocument/2006/relationships/hyperlink" Target="https://creativecommons.org/licenses/by-sa/3.0/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AAAFF8E-883A-6980-63E4-5029F69449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63807" y="1128733"/>
            <a:ext cx="6570308" cy="3729017"/>
          </a:xfrm>
        </p:spPr>
        <p:txBody>
          <a:bodyPr/>
          <a:lstStyle/>
          <a:p>
            <a:r>
              <a:rPr lang="en-GB" dirty="0" err="1"/>
              <a:t>Cardboardtronics</a:t>
            </a:r>
            <a:r>
              <a:rPr lang="en-GB" dirty="0"/>
              <a:t> </a:t>
            </a:r>
            <a:br>
              <a:rPr lang="en-GB" dirty="0"/>
            </a:br>
            <a:r>
              <a:rPr lang="en-GB" dirty="0"/>
              <a:t>and </a:t>
            </a:r>
            <a:r>
              <a:rPr lang="en-GB" dirty="0" err="1"/>
              <a:t>Microbits</a:t>
            </a:r>
            <a:endParaRPr lang="en-GB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0EAF2C2F-2BDA-8FCF-5642-8D8A16477B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61413" y="5322150"/>
            <a:ext cx="6570308" cy="1450974"/>
          </a:xfrm>
        </p:spPr>
        <p:txBody>
          <a:bodyPr/>
          <a:lstStyle/>
          <a:p>
            <a:r>
              <a:rPr lang="en-GB" sz="3200" b="1" i="1" dirty="0"/>
              <a:t>Pravin Vaz</a:t>
            </a:r>
            <a:r>
              <a:rPr lang="en-GB" dirty="0"/>
              <a:t>
(</a:t>
            </a:r>
            <a:r>
              <a:rPr lang="en-GB" dirty="0">
                <a:hlinkClick r:id="rId2"/>
              </a:rPr>
              <a:t>Resource page</a:t>
            </a:r>
            <a:r>
              <a:rPr lang="en-GB" dirty="0"/>
              <a:t>)</a:t>
            </a:r>
          </a:p>
        </p:txBody>
      </p:sp>
      <p:pic>
        <p:nvPicPr>
          <p:cNvPr id="1028" name="Picture 4" descr="A LED dimmer circuit">
            <a:extLst>
              <a:ext uri="{FF2B5EF4-FFF2-40B4-BE49-F238E27FC236}">
                <a16:creationId xmlns:a16="http://schemas.microsoft.com/office/drawing/2014/main" id="{C22CB94C-290F-6672-9A83-35E09A3083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259" y="320266"/>
            <a:ext cx="5096096" cy="2866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1691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C63A5-E960-5C03-513A-BB480BB97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9902" y="1073084"/>
            <a:ext cx="10602479" cy="2535266"/>
          </a:xfrm>
        </p:spPr>
        <p:txBody>
          <a:bodyPr/>
          <a:lstStyle/>
          <a:p>
            <a:r>
              <a:rPr lang="en-US" dirty="0"/>
              <a:t>Basics components of circuits</a:t>
            </a:r>
          </a:p>
        </p:txBody>
      </p:sp>
      <p:graphicFrame>
        <p:nvGraphicFramePr>
          <p:cNvPr id="13" name="Table 0"/>
          <p:cNvGraphicFramePr>
            <a:graphicFrameLocks noGrp="1"/>
          </p:cNvGraphicFramePr>
          <p:nvPr/>
        </p:nvGraphicFramePr>
        <p:xfrm>
          <a:off x="853440" y="3108960"/>
          <a:ext cx="10363200" cy="3145536"/>
        </p:xfrm>
        <a:graphic>
          <a:graphicData uri="http://schemas.openxmlformats.org/drawingml/2006/table">
            <a:tbl>
              <a:tblPr/>
              <a:tblGrid>
                <a:gridCol w="345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5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5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42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COMPONENT</a:t>
                      </a:r>
                      <a:endParaRPr lang="en-US" sz="14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solidFill>
                        <a:srgbClr val="66666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BFBFB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FUNCTION</a:t>
                      </a:r>
                      <a:endParaRPr lang="en-US" sz="14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A6A6A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BFBFB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EXAMPLE</a:t>
                      </a:r>
                      <a:endParaRPr lang="en-US" sz="14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A6A6A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BFBFB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42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Resistor</a:t>
                      </a:r>
                      <a:endParaRPr lang="en-US" sz="14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solidFill>
                        <a:srgbClr val="66666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BFBFB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Limits current flow</a:t>
                      </a:r>
                      <a:endParaRPr lang="en-US" sz="14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A6A6A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BFBFB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220 Ohm resistor</a:t>
                      </a:r>
                      <a:endParaRPr lang="en-US" sz="14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A6A6A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BFBFB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42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LED</a:t>
                      </a:r>
                      <a:endParaRPr lang="en-US" sz="14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solidFill>
                        <a:srgbClr val="66666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BFBFB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Light emitting diode</a:t>
                      </a:r>
                      <a:endParaRPr lang="en-US" sz="14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A6A6A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BFBFB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Standard LED</a:t>
                      </a:r>
                      <a:endParaRPr lang="en-US" sz="14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A6A6A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BFBFB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42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Battery</a:t>
                      </a:r>
                      <a:endParaRPr lang="en-US" sz="14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solidFill>
                        <a:srgbClr val="66666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BFBFB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Power source</a:t>
                      </a:r>
                      <a:endParaRPr lang="en-US" sz="14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A6A6A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BFBFB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CR2032 button cell</a:t>
                      </a:r>
                      <a:endParaRPr lang="en-US" sz="14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A6A6A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BFBFB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42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Switch</a:t>
                      </a:r>
                      <a:endParaRPr lang="en-US" sz="14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solidFill>
                        <a:srgbClr val="66666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BFBFB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Controls circuit flow</a:t>
                      </a:r>
                      <a:endParaRPr lang="en-US" sz="14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A6A6A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BFBFB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Push button switch</a:t>
                      </a:r>
                      <a:endParaRPr lang="en-US" sz="14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A6A6A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BFBFB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42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Capacitor</a:t>
                      </a:r>
                      <a:endParaRPr lang="en-US" sz="14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solidFill>
                        <a:srgbClr val="66666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BFBFB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Stores electric charge</a:t>
                      </a:r>
                      <a:endParaRPr lang="en-US" sz="14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A6A6A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BFBFB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10µF capacitor</a:t>
                      </a:r>
                      <a:endParaRPr lang="en-US" sz="14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A6A6A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BFBFB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" name="Text 2"/>
          <p:cNvSpPr/>
          <p:nvPr/>
        </p:nvSpPr>
        <p:spPr>
          <a:xfrm>
            <a:off x="759619" y="2204016"/>
            <a:ext cx="10602480" cy="7874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400" dirty="0">
                <a:latin typeface="Open Sans"/>
                <a:ea typeface="Open Sans"/>
                <a:cs typeface="Open Sans"/>
              </a:rPr>
              <a:t>This table summarizes essential components used in electronics. Understanding each component's role is crucial for effective circuit design.</a:t>
            </a:r>
            <a:endParaRPr lang="en-US" sz="1400" dirty="0">
              <a:latin typeface="Open Sans"/>
              <a:ea typeface="Open Sans"/>
              <a:cs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6521706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F841BF-1AF9-100E-2E4D-9126510362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/>
              <a:t>To connect an LED, use a button cell battery. Align the longer leg of the LED (anode) to the positive side of the battery and the shorter leg (cathode) to the negative.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A6D942-6166-A63B-8261-EDD7E57A208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CONNECTING THE LED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FDF392-3D49-8DA7-9E18-60932490A3E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GB"/>
              <a:t>To prevent burning out the LED, include a resistor in the circuit. The resistor limits the current flowing to the LED, ensuring it operates safely.</a:t>
            </a:r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D4D1B87-E48B-559B-9E37-51987AF5684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/>
              <a:t>USING A RESISTOR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04F83263-BB77-F252-7CB3-247F3B50D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Wiring an LED</a:t>
            </a:r>
          </a:p>
        </p:txBody>
      </p:sp>
      <p:pic>
        <p:nvPicPr>
          <p:cNvPr id="12" name="Picture 11" descr="A close-up of a circuit board&#10;&#10;Description automatically generated">
            <a:extLst>
              <a:ext uri="{FF2B5EF4-FFF2-40B4-BE49-F238E27FC236}">
                <a16:creationId xmlns:a16="http://schemas.microsoft.com/office/drawing/2014/main" id="{DC73D7C8-6DC9-587F-61C9-C788185D7C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524530" y="2681379"/>
            <a:ext cx="4894907" cy="367118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EE14C7F-05E0-F47D-287A-796D4DCBD0B4}"/>
              </a:ext>
            </a:extLst>
          </p:cNvPr>
          <p:cNvSpPr txBox="1"/>
          <p:nvPr/>
        </p:nvSpPr>
        <p:spPr>
          <a:xfrm>
            <a:off x="7559644" y="6459823"/>
            <a:ext cx="385979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hlinkClick r:id="rId3" tooltip="http://maxembedded.com/2014/07/using-raspberry-pi-gpio-using-python/"/>
              </a:rPr>
              <a:t>This Photo</a:t>
            </a:r>
            <a:r>
              <a:rPr lang="en-US" sz="900"/>
              <a:t> by Unknown Author is licensed under </a:t>
            </a:r>
            <a:r>
              <a:rPr lang="en-US" sz="900">
                <a:hlinkClick r:id="rId4" tooltip="https://creativecommons.org/licenses/by-nc-nd/3.0/"/>
              </a:rPr>
              <a:t>CC BY-NC-ND</a:t>
            </a:r>
            <a:endParaRPr lang="en-US" sz="900"/>
          </a:p>
        </p:txBody>
      </p:sp>
      <p:pic>
        <p:nvPicPr>
          <p:cNvPr id="15" name="Picture 14" descr="Diagram of a red led and a cathode&#10;&#10;Description automatically generated">
            <a:extLst>
              <a:ext uri="{FF2B5EF4-FFF2-40B4-BE49-F238E27FC236}">
                <a16:creationId xmlns:a16="http://schemas.microsoft.com/office/drawing/2014/main" id="{EF893B9D-D8F0-A8A5-801C-AFFE07F3CA7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1140736" y="228955"/>
            <a:ext cx="3076027" cy="213218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D86B463-83B8-C1ED-33C7-6C8EBEBD7821}"/>
              </a:ext>
            </a:extLst>
          </p:cNvPr>
          <p:cNvSpPr txBox="1"/>
          <p:nvPr/>
        </p:nvSpPr>
        <p:spPr>
          <a:xfrm>
            <a:off x="1846164" y="2347737"/>
            <a:ext cx="2370599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" dirty="0">
                <a:hlinkClick r:id="rId6" tooltip="http://fablab37110.ovh/doku.php?id=start:arduino:debutant"/>
              </a:rPr>
              <a:t>This Photo</a:t>
            </a:r>
            <a:r>
              <a:rPr lang="en-US" sz="400" dirty="0"/>
              <a:t> by Unknown Author is licensed under </a:t>
            </a:r>
            <a:r>
              <a:rPr lang="en-US" sz="400" dirty="0">
                <a:hlinkClick r:id="rId7" tooltip="https://creativecommons.org/licenses/by-sa/3.0/"/>
              </a:rPr>
              <a:t>CC BY-SA</a:t>
            </a:r>
            <a:endParaRPr lang="en-US" sz="400" dirty="0"/>
          </a:p>
        </p:txBody>
      </p:sp>
    </p:spTree>
    <p:extLst>
      <p:ext uri="{BB962C8B-B14F-4D97-AF65-F5344CB8AC3E}">
        <p14:creationId xmlns:p14="http://schemas.microsoft.com/office/powerpoint/2010/main" val="35272262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0BFF9-3395-3C96-8CAF-08D30B08F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137" y="4724918"/>
            <a:ext cx="10752000" cy="1767170"/>
          </a:xfrm>
        </p:spPr>
        <p:txBody>
          <a:bodyPr/>
          <a:lstStyle/>
          <a:p>
            <a:r>
              <a:rPr lang="en-US" dirty="0"/>
              <a:t>Energy Flow in Circuits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5670D2-7EC8-26DE-9C0C-80496FCDDA5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CURRENT DIRECTION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164F31-05B0-0BC4-D651-0CB2EC91060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GB"/>
              <a:t>Electric current flows from the positive to the negative terminal in a circuit. Understanding this flow is essential for effective wiring.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2BA1FD-4F1C-5D9C-32D7-0DB68D6B0EC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/>
              <a:t>VOLTAGE AND CURRENT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1C47F1C-A991-E39B-E613-5B00B808536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GB"/>
              <a:t>Voltage provides the push that drives electricity through the circuit, while current measures the flow. The relationship between them is fundamental to circuit design.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3CB3474-133B-368E-D59B-F1F9AC89F9A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POWER CONSUMPTION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B6C1981-6C63-5A5C-06A4-3BA3076163D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GB"/>
              <a:t>Power indicates how much energy is used in a circuit, calculated by multiplying voltage and current. Monitoring power consumption is vital in circuit applications.</a:t>
            </a:r>
            <a:endParaRPr lang="en-US"/>
          </a:p>
        </p:txBody>
      </p:sp>
      <p:pic>
        <p:nvPicPr>
          <p:cNvPr id="2050" name="Picture 2" descr="Voltage, Current and Resistance Explained | Schneider Electric Philippines">
            <a:extLst>
              <a:ext uri="{FF2B5EF4-FFF2-40B4-BE49-F238E27FC236}">
                <a16:creationId xmlns:a16="http://schemas.microsoft.com/office/drawing/2014/main" id="{C6B5E88C-65DE-C35E-6148-81627F50C5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4205" y="365912"/>
            <a:ext cx="3643589" cy="2735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741246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3E34D-7F14-1B6E-166D-E609CA105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Ohm's Law Basics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C6B1C9-0A11-0A1D-C61E-A6F69CEAAE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0" y="1133823"/>
            <a:ext cx="4686300" cy="1835149"/>
          </a:xfrm>
        </p:spPr>
        <p:txBody>
          <a:bodyPr/>
          <a:lstStyle/>
          <a:p>
            <a:r>
              <a:rPr lang="en-GB" dirty="0"/>
              <a:t>Ohm's Law states that V = I × R, where V is voltage, I is current, and R is resistance. This principle helps in calculating missing values in electric circuits.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994769-AEA0-87BB-DCE6-AAFB145D9A8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096000" y="661055"/>
            <a:ext cx="4686300" cy="360000"/>
          </a:xfrm>
        </p:spPr>
        <p:txBody>
          <a:bodyPr/>
          <a:lstStyle/>
          <a:p>
            <a:r>
              <a:rPr lang="en-US" dirty="0"/>
              <a:t>UNDERSTANDING OHM'S LAW</a:t>
            </a:r>
          </a:p>
        </p:txBody>
      </p:sp>
      <p:pic>
        <p:nvPicPr>
          <p:cNvPr id="6" name="Picture 5" descr="A diagram of a diagram of a law&#10;&#10;Description automatically generated with medium confidence">
            <a:extLst>
              <a:ext uri="{FF2B5EF4-FFF2-40B4-BE49-F238E27FC236}">
                <a16:creationId xmlns:a16="http://schemas.microsoft.com/office/drawing/2014/main" id="{E26D901E-04F7-7375-59D4-F2F14B1DE6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857591" y="3294076"/>
            <a:ext cx="5670236" cy="243010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B82A855-9D03-8193-9D0B-D9DB400CA134}"/>
              </a:ext>
            </a:extLst>
          </p:cNvPr>
          <p:cNvSpPr txBox="1"/>
          <p:nvPr/>
        </p:nvSpPr>
        <p:spPr>
          <a:xfrm>
            <a:off x="5857591" y="5830296"/>
            <a:ext cx="567023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hlinkClick r:id="rId3" tooltip="https://www.electronics-lab.com/community/index.php?/profile/79416-aman-bharti/content/&amp;type=forums_topic_post&amp;change_section=1"/>
              </a:rPr>
              <a:t>This Photo</a:t>
            </a:r>
            <a:r>
              <a:rPr lang="en-US" sz="900"/>
              <a:t> by Unknown Author is licensed under </a:t>
            </a:r>
            <a:r>
              <a:rPr lang="en-US" sz="900">
                <a:hlinkClick r:id="rId4" tooltip="https://creativecommons.org/licenses/by-sa/3.0/"/>
              </a:rPr>
              <a:t>CC BY-SA</a:t>
            </a: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1374821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84CFA-E380-5895-C5E7-206BCCD9D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Things to do today: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9BA418-DF20-2953-7810-F3FBBC3DEBF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84384" y="1907295"/>
            <a:ext cx="3587236" cy="360000"/>
          </a:xfrm>
        </p:spPr>
        <p:txBody>
          <a:bodyPr/>
          <a:lstStyle/>
          <a:p>
            <a:r>
              <a:rPr lang="en-US" dirty="0"/>
              <a:t>Make a simple circuit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BB6FBE-E531-B424-789B-866B2120FE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84384" y="2349908"/>
            <a:ext cx="9573192" cy="2314016"/>
          </a:xfrm>
        </p:spPr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Make a circuit using an LED (pick a </a:t>
            </a:r>
            <a:r>
              <a:rPr lang="en-GB" dirty="0" err="1"/>
              <a:t>color</a:t>
            </a:r>
            <a:r>
              <a:rPr lang="en-GB" dirty="0"/>
              <a:t>) – This you get to keep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Wire it up and test it with a power pack – limited quantities unfortunately so you might have to work together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Test other available modules and look on the web resource to see how to make others.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Ask questions and share your knowledge.</a:t>
            </a:r>
          </a:p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5A954B5-FE64-916F-C2D7-3612159238D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92614" y="4541445"/>
            <a:ext cx="3587236" cy="360000"/>
          </a:xfrm>
        </p:spPr>
        <p:txBody>
          <a:bodyPr/>
          <a:lstStyle/>
          <a:p>
            <a:r>
              <a:rPr lang="en-US" dirty="0"/>
              <a:t>DIY PROJECTS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AA3DD06-A223-A254-BC00-E96F657818A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84384" y="4900056"/>
            <a:ext cx="3587236" cy="2314016"/>
          </a:xfrm>
        </p:spPr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Make an LED based project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RC car using motors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Wire up to a Microbit and control via coding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Collect old toys and see what can be salvaged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79A9CF5-DD75-D77B-DEDD-886F7DCEBF8D}"/>
              </a:ext>
            </a:extLst>
          </p:cNvPr>
          <p:cNvSpPr txBox="1"/>
          <p:nvPr/>
        </p:nvSpPr>
        <p:spPr>
          <a:xfrm>
            <a:off x="550861" y="3979862"/>
            <a:ext cx="861124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atin typeface="+mj-lt"/>
              </a:rPr>
              <a:t>Things to do when you go back:</a:t>
            </a:r>
          </a:p>
        </p:txBody>
      </p:sp>
    </p:spTree>
    <p:extLst>
      <p:ext uri="{BB962C8B-B14F-4D97-AF65-F5344CB8AC3E}">
        <p14:creationId xmlns:p14="http://schemas.microsoft.com/office/powerpoint/2010/main" val="4990971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Mint">
  <a:themeElements>
    <a:clrScheme name="01">
      <a:dk1>
        <a:srgbClr val="000000"/>
      </a:dk1>
      <a:lt1>
        <a:sysClr val="window" lastClr="FFFFFF"/>
      </a:lt1>
      <a:dk2>
        <a:srgbClr val="2D3436"/>
      </a:dk2>
      <a:lt2>
        <a:srgbClr val="DFE6E9"/>
      </a:lt2>
      <a:accent1>
        <a:srgbClr val="55EFC4"/>
      </a:accent1>
      <a:accent2>
        <a:srgbClr val="81ECEC"/>
      </a:accent2>
      <a:accent3>
        <a:srgbClr val="74B9FF"/>
      </a:accent3>
      <a:accent4>
        <a:srgbClr val="A29BFE"/>
      </a:accent4>
      <a:accent5>
        <a:srgbClr val="FAB1A0"/>
      </a:accent5>
      <a:accent6>
        <a:srgbClr val="FF7675"/>
      </a:accent6>
      <a:hlink>
        <a:srgbClr val="0563C1"/>
      </a:hlink>
      <a:folHlink>
        <a:srgbClr val="954F72"/>
      </a:folHlink>
    </a:clrScheme>
    <a:fontScheme name="Montserrat ExtraBold - Open Sans">
      <a:majorFont>
        <a:latin typeface="Montserrat ExtraBold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2">
    <wetp:webextensionref xmlns:r="http://schemas.openxmlformats.org/officeDocument/2006/relationships" r:id="rId1"/>
  </wetp:taskpane>
  <wetp:taskpane dockstate="right" visibility="0" width="350" row="1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B0760E55-2FD0-49CB-8565-62CE5A4471C9}">
  <we:reference id="wa200005566" version="3.0.0.2" store="en-US" storeType="OMEX"/>
  <we:alternateReferences>
    <we:reference id="wa200005566" version="3.0.0.2" store="wa200005566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3238FF97-5DA8-4902-A8B8-A4B7E21C3194}">
  <we:reference id="wa200006038" version="1.0.0.3" store="en-US" storeType="OMEX"/>
  <we:alternateReferences>
    <we:reference id="wa200006038" version="1.0.0.3" store="wa200006038" storeType="OMEX"/>
  </we:alternateReferences>
  <we:properties>
    <we:property name="has-seen-first-time-experience" value="true"/>
  </we:properties>
  <we:bindings/>
  <we:snapshot xmlns:r="http://schemas.openxmlformats.org/officeDocument/2006/relationships"/>
  <we:extLst>
    <a:ext xmlns:a="http://schemas.openxmlformats.org/drawingml/2006/main" uri="{0858819E-0033-43BF-8937-05EC82904868}">
      <we:backgroundApp state="1" runtimeId="Taskpane.Url"/>
    </a:ext>
  </we:extLst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414</Words>
  <Application>Microsoft Office PowerPoint</Application>
  <PresentationFormat>Widescreen</PresentationFormat>
  <Paragraphs>52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Aptos</vt:lpstr>
      <vt:lpstr>Aptos Display</vt:lpstr>
      <vt:lpstr>Arial</vt:lpstr>
      <vt:lpstr>Montserrat ExtraBold</vt:lpstr>
      <vt:lpstr>Open Sans</vt:lpstr>
      <vt:lpstr>Office Theme</vt:lpstr>
      <vt:lpstr>Mint</vt:lpstr>
      <vt:lpstr>Cardboardtronics  and Microbits</vt:lpstr>
      <vt:lpstr>Basics components of circuits</vt:lpstr>
      <vt:lpstr>Wiring an LED</vt:lpstr>
      <vt:lpstr>Energy Flow in Circuits</vt:lpstr>
      <vt:lpstr>Ohm's Law Basics</vt:lpstr>
      <vt:lpstr>Things to do today: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pravin vaz</dc:creator>
  <cp:lastModifiedBy>pravin vaz</cp:lastModifiedBy>
  <cp:revision>2</cp:revision>
  <dcterms:created xsi:type="dcterms:W3CDTF">2024-10-19T21:46:49Z</dcterms:created>
  <dcterms:modified xsi:type="dcterms:W3CDTF">2024-10-19T22:17:15Z</dcterms:modified>
</cp:coreProperties>
</file>